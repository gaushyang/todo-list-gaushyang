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高祥電信工程股份有限公司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電氣作業安全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及感電預防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45720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Work Safety &amp; Shock Prevention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內勤管理組製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88720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課程綱要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371600"/>
            <a:ext cx="69494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371600"/>
            <a:ext cx="7315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3619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463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電氣安全防護實務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97280" y="2468880"/>
            <a:ext cx="69494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2468880"/>
            <a:ext cx="7315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6334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65960" y="25603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電氣災害防止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1097280" y="3566160"/>
            <a:ext cx="6949440" cy="82296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97280" y="3566160"/>
            <a:ext cx="7315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730752"/>
            <a:ext cx="493776" cy="4937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65960" y="36576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結語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電氣安全防護實務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Safety Protection Practices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感電電流流過人體的現象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69848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痛覺、強烈痙攣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血壓上昇、呼吸困難、失神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心臟鼓動不規則 → 致命危險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517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電流痕跡 / 組織灼傷 → 截肢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6440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004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壞死組織淤塞 → 急性腎不全 → 敗血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1304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49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視覺神經傷害 → 嚴重者失明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361688"/>
            <a:ext cx="201168" cy="2011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97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顏面、手腳燒傷 → 嚴重者敗血、死亡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960120"/>
            <a:ext cx="242316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960120"/>
            <a:ext cx="2423160" cy="502920"/>
          </a:xfrm>
          <a:prstGeom prst="rect">
            <a:avLst/>
          </a:prstGeom>
          <a:solidFill>
            <a:srgbClr val="1A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人體反應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00200"/>
            <a:ext cx="1371600" cy="1371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92240" y="30175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心臟顫動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429000"/>
            <a:ext cx="777240" cy="77724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4290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電流對人體之影響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8813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0058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電流通過心臟會引起心室纖維性顫動，造成血液循環中斷而導致死亡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11480" y="175564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755648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83664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80136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電流引致中樞神經失調而導致死亡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11480" y="255117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1480" y="2551176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67919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59689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電流通過頭部會使人腦嚴重損壞，昏迷而導致死亡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411480" y="334670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11480" y="3346704"/>
            <a:ext cx="73152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4747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392424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電流通過脊椎會使人癱瘓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11480" y="414223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11480" y="4142232"/>
            <a:ext cx="73152" cy="71323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7024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4187952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由左手到前胸的電流途徑，經過心臟且途徑最短，為最危險的電流途徑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電氣災害類型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402336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電擊感電災害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人體接觸帶電導體形成回路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96012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960120"/>
            <a:ext cx="402336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789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051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電弧灼傷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98348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短路、接地故障、閃絡產生電弧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11480" y="292608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926080"/>
            <a:ext cx="402336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4495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電氣火災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59436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過載、短路、漏電引燃可燃物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800600" y="292608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26080"/>
            <a:ext cx="4023360" cy="6858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4495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017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靜電危害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4983480" y="3703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靜電放電引起爆炸或火災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電擊 (Electric Shock)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73152" cy="71323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15568"/>
            <a:ext cx="457200" cy="45720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6070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人體同時接觸帶電導線和地面，或絕緣不良機具和地面，會導致電擊發生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11480" y="178308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1783080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911096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5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18562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電擊可能造成：疼痛、肌肉失調、體內出血、神經肌肉細胞組織受傷、心跳停止、死亡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11480" y="257860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578608"/>
            <a:ext cx="73152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706624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3405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6517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電擊受到傷害，視電流大小來決定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11480" y="337413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1480" y="3374136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350215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958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44728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接觸的時間愈久，電擊的程度愈嚴重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11480" y="416966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11480" y="4169664"/>
            <a:ext cx="73152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429768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511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24281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其他電氣危險：包括火災、爆炸及設備損壞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人體感電特徵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感電主要特徵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502920" cy="7315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應力性災害，感電災害發生常伴有爆炸聲響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86000"/>
            <a:ext cx="502920" cy="7315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35915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感電罹災者身體上（頭顱、身體、手腳）常留有電流出入點，甚至電灼傷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108960"/>
            <a:ext cx="521208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08960"/>
            <a:ext cx="502920" cy="7315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18211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電流經罹災者身體進入大地構成迴路造成傷害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9601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感電災害成因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5087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943600" y="19933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電流流經心臟肇災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2578608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0" y="26243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高危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943600" y="31089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潮濕環境使用電動工具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0" y="3694176"/>
            <a:ext cx="27889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373989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即死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943600" y="422452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心室細動、心跳停止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電氣災害防止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Disaster Prevention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685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絕緣 (Insulation)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73152" cy="71323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15568"/>
            <a:ext cx="457200" cy="45720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06070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電氣設備、開關、電線、電纜外層設有絕緣層，防護直接接觸有電的導體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11480" y="178308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1783080"/>
            <a:ext cx="73152" cy="71323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911096"/>
            <a:ext cx="457200" cy="45720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52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18562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必須依電壓、溫度、溼度等條件選用適合之絕緣體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11480" y="257860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2578608"/>
            <a:ext cx="73152" cy="71323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706624"/>
            <a:ext cx="457200" cy="45720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3405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26517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氣態：空氣、CO₂、SF₆；固態：塑膠、橡膠、紙張；液態：絕緣油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11480" y="337413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1480" y="3374136"/>
            <a:ext cx="73152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3502152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958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344728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作業前應先檢查確認絕緣體是否完好無缺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11480" y="416966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11480" y="4169664"/>
            <a:ext cx="73152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94360" y="42976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511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4242816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電氣作業人員必須使用絕緣用防護具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識別電（纜）線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任何之電（纜）線均應視為帶電！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8321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00200"/>
            <a:ext cx="137160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01952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危險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69164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帶電相線（火線）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05740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黑色、紅色、藍色或黃色絕緣層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679192"/>
            <a:ext cx="8321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679192"/>
            <a:ext cx="1371600" cy="91440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80944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277063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中性線（迴路線）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313639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白色或淺灰色絕緣層，用於110V/220V單相3線式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758184"/>
            <a:ext cx="8321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758184"/>
            <a:ext cx="137160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059936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384962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接地線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4215384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綠色或綠底黃條紋絕緣層之銅絞線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漏電斷路器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14984"/>
            <a:ext cx="1280160" cy="758952"/>
          </a:xfrm>
          <a:prstGeom prst="rect">
            <a:avLst/>
          </a:prstGeom>
          <a:solidFill>
            <a:srgbClr val="1A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10512" y="1051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感應微小漏電，瞬間自動跳脫斷電，防止電擊、保護設備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47672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02536"/>
            <a:ext cx="1280160" cy="758952"/>
          </a:xfrm>
          <a:prstGeom prst="rect">
            <a:avLst/>
          </a:prstGeom>
          <a:solidFill>
            <a:srgbClr val="1A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10512" y="20391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漏電保護裝置 + 過載保護裝置，整合於一體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935224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990088"/>
            <a:ext cx="1280160" cy="758952"/>
          </a:xfrm>
          <a:prstGeom prst="rect">
            <a:avLst/>
          </a:prstGeom>
          <a:solidFill>
            <a:srgbClr val="1A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設置位置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10512" y="302666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應設置於分路，保護末端負載回路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922776"/>
            <a:ext cx="53035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977640"/>
            <a:ext cx="1280160" cy="758952"/>
          </a:xfrm>
          <a:prstGeom prst="rect">
            <a:avLst/>
          </a:prstGeom>
          <a:solidFill>
            <a:srgbClr val="1A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規格範例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10512" y="40142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高感度（動作30mA）、高速型（動作時間0.1sec）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27432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960120"/>
            <a:ext cx="2743200" cy="502920"/>
          </a:xfrm>
          <a:prstGeom prst="rect">
            <a:avLst/>
          </a:prstGeom>
          <a:solidFill>
            <a:srgbClr val="1A2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保護機制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1618488"/>
            <a:ext cx="411480" cy="411480"/>
          </a:xfrm>
          <a:prstGeom prst="ellipse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157276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偵測漏電電流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19088" y="2029968"/>
            <a:ext cx="0" cy="91440"/>
          </a:xfrm>
          <a:prstGeom prst="line">
            <a:avLst/>
          </a:prstGeom>
          <a:noFill/>
          <a:ln w="12700">
            <a:solidFill>
              <a:srgbClr val="16A0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167128"/>
            <a:ext cx="411480" cy="411480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212140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比較額定值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19088" y="2578608"/>
            <a:ext cx="0" cy="9144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715768"/>
            <a:ext cx="411480" cy="4114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26700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觸發跳脫機構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19088" y="3127248"/>
            <a:ext cx="0" cy="91440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26440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32186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電源切斷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19088" y="3675888"/>
            <a:ext cx="0" cy="91440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3813048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0840" y="37673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人員受保護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預防感電災害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393192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1005840" cy="1161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844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05156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停電切斷電路，掛鎖吊籤，禁止送電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393192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960120"/>
            <a:ext cx="1005840" cy="1161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9844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05156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以驗電器確認電路已停電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11480" y="2286000"/>
            <a:ext cx="393192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1480" y="2286000"/>
            <a:ext cx="1005840" cy="116128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24328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237744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設置監視人員全程監視作業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663440" y="2286000"/>
            <a:ext cx="393192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663440" y="2286000"/>
            <a:ext cx="1005840" cy="1161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24328"/>
            <a:ext cx="475488" cy="4754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60720" y="237744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活線作業時確實使用絕緣防護具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11480" y="3611880"/>
            <a:ext cx="393192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11480" y="3611880"/>
            <a:ext cx="1005840" cy="11612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50208"/>
            <a:ext cx="475488" cy="4754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08760" y="370332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帶電之電線應絕緣並防止人員觸及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663440" y="3611880"/>
            <a:ext cx="3931920" cy="11612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663440" y="3611880"/>
            <a:ext cx="1005840" cy="1161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950208"/>
            <a:ext cx="475488" cy="4754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760720" y="3703320"/>
            <a:ext cx="2743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電氣設備非帶電金屬外殼應接地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用電的個人安全防護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18745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1874520" cy="100584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70432"/>
            <a:ext cx="77724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安全眼鏡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防止電弧及飛濺物傷眼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14600" y="960120"/>
            <a:ext cx="18745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960120"/>
            <a:ext cx="18745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170432"/>
            <a:ext cx="777240" cy="777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絕緣手套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0604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防止直接接觸帶電體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17720" y="960120"/>
            <a:ext cx="18745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17720" y="960120"/>
            <a:ext cx="18745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170432"/>
            <a:ext cx="777240" cy="7772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絕緣安全帽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70916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防止頭部受電擊或撞傷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720840" y="960120"/>
            <a:ext cx="187452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20840" y="960120"/>
            <a:ext cx="1874520" cy="10058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170432"/>
            <a:ext cx="777240" cy="7772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20574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絕緣工具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812280" y="26060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活線作業握把須無金屬外露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11480" y="4206240"/>
            <a:ext cx="83210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注意：電氣作業時，作業人員應先卸下戒指、項鍊、手錶、手鍊、鑰匙圈、耳環等金屬用品，以避免感電災害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電氣事故緊急應變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132588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7840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1556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0058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隔離電源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703320" y="1097280"/>
            <a:ext cx="0" cy="438912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0" y="10058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不危害自身安全下，用絕緣物移開帶電物，或關閉電源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1764792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1480" y="1764792"/>
            <a:ext cx="1325880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178308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20240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74520" y="18105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緊急呼救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703320" y="1901952"/>
            <a:ext cx="0" cy="438912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0" y="181051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立即通報 119 請求支援，告知事故地點與狀況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11480" y="2569464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1480" y="2569464"/>
            <a:ext cx="1325880" cy="71323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11480" y="258775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2491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74520" y="261518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實施急救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3703320" y="2706624"/>
            <a:ext cx="0" cy="438912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840480" y="2615184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由受過急救訓練人員實施 CPR，維持傷者生命跡象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11480" y="3374136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11480" y="3374136"/>
            <a:ext cx="1325880" cy="713232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11480" y="339242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29584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874520" y="3419856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灼傷處理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3703320" y="3511296"/>
            <a:ext cx="0" cy="438912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840480" y="341985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若有灼傷，移除身上束縛物，盡速送醫急救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11480" y="4178808"/>
            <a:ext cx="83210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11480" y="4178808"/>
            <a:ext cx="1325880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11480" y="419709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34256"/>
            <a:ext cx="402336" cy="40233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874520" y="4224528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提供資訊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3703320" y="4315968"/>
            <a:ext cx="0" cy="438912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840480" y="422452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將傷者之傷害情況及處理過程提供醫護人員參考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防止感電之對策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24712" y="103327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電氣作業（裝拆電線）應確實停電切斷電路後方可作業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22392" y="103327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停電作業應將開關確實切離，以驗電器檢電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19659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96596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116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24712" y="203911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維修時確認電源已切斷，該處開關予以上鎖，設置警告標示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6596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0116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22392" y="203911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設置監視人員監視作業過程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297180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97180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24712" y="304495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活線作業時，作業人員應使用絕緣防護具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7180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17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22392" y="304495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帶電之電線應實施絕緣並防止人員觸及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39776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97764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23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24712" y="405079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電氣設備非帶電之金屬外殼應接地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4023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CDFE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977640"/>
            <a:ext cx="73152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023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22392" y="4050792"/>
            <a:ext cx="32461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臨時用電分路應裝設漏電斷路器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657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8016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電氣災害案件數仍居高不下，必須重視用電安全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1488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加強安全衛生管理、實施作業勞工之安全衛生教育訓練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0175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強化電氣危害之辨識能力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411480" cy="411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8862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電氣危害預防為勞工安全衛生重點工作，有賴大家共同努力達成減災目標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4028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簡報結束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5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敬請指教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高祥電信工程股份有限公司｜內勤管理組製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2004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電氣作業安全及感電預防</dc:title>
  <dc:subject>PptxGenJS Presentation</dc:subject>
  <dc:creator>PptxGenJS</dc:creator>
  <cp:lastModifiedBy>PptxGenJS</cp:lastModifiedBy>
  <cp:revision>1</cp:revision>
  <dcterms:created xsi:type="dcterms:W3CDTF">2026-05-25T08:29:15Z</dcterms:created>
  <dcterms:modified xsi:type="dcterms:W3CDTF">2026-05-25T08:29:15Z</dcterms:modified>
</cp:coreProperties>
</file>